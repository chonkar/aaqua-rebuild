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scoping gives every team a clean, app-bound workspace while still allowing legitimate off-target URLs (e.g. third-party integrations) with a gentle warning.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generator now covers the UI behaviors reviewers care about (cancel, read-only, navigation) and writes steps a first-time reviewer can follow without prior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modes: per-endpoint test cases and process-flow chains. Output is grounded in the spec and exportable both as a manual checklist and as runnable automation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Generates a complete, opinionated framework so teams skip setup. Playwright projects now download their browsers automatically, removing the most common 'tests won't run'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Reliability work ensures the local LLM returns complete, parseable output under load, with security (auth + SSRF protection) and a path to scale for concurrent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468880"/>
            <a:ext cx="12191695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293B"/>
                </a:solidFill>
              </a:rPr>
              <a:t>AAQUA — AI-Driven Test Automation</a:t>
            </a:r>
          </a:p>
          <a:p>
            <a:r>
              <a:rPr sz="1800">
                <a:solidFill>
                  <a:srgbClr val="64748B"/>
                </a:solidFill>
              </a:rPr>
              <a:t>New &amp; enhanced capabilities  •  AI-assisted QA utility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Project-Scoped Workspaces</a:t>
            </a:r>
          </a:p>
          <a:p>
            <a:r>
              <a:rPr sz="1500" i="1">
                <a:solidFill>
                  <a:srgbClr val="6D28D9"/>
                </a:solidFill>
              </a:rPr>
              <a:t>Every activity is organized under a project bound to one target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Active-project gating</a:t>
            </a:r>
            <a:r>
              <a:rPr sz="1500">
                <a:solidFill>
                  <a:srgbClr val="64748B"/>
                </a:solidFill>
              </a:rPr>
              <a:t> — all services require a selected project; selection persists across reloads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One project = one target app</a:t>
            </a:r>
            <a:r>
              <a:rPr sz="1500">
                <a:solidFill>
                  <a:srgbClr val="64748B"/>
                </a:solidFill>
              </a:rPr>
              <a:t> — keeps unrelated targets from being mixed in a single workspace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Scope-aware, not restrictive</a:t>
            </a:r>
            <a:r>
              <a:rPr sz="1500">
                <a:solidFill>
                  <a:srgbClr val="64748B"/>
                </a:solidFill>
              </a:rPr>
              <a:t> — non-blocking warning when a URL is outside the bound app — third-party integrations still allowed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Results tied to the project</a:t>
            </a:r>
            <a:r>
              <a:rPr sz="1500">
                <a:solidFill>
                  <a:srgbClr val="64748B"/>
                </a:solidFill>
              </a:rPr>
              <a:t> — scans, runs, localization &amp; accessibility results are associated for release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Functional Test Generator</a:t>
            </a:r>
          </a:p>
          <a:p>
            <a:r>
              <a:rPr sz="1500" i="1">
                <a:solidFill>
                  <a:srgbClr val="6D28D9"/>
                </a:solidFill>
              </a:rPr>
              <a:t>Requirements → comprehensive, review-ready functional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Full coverage</a:t>
            </a:r>
            <a:r>
              <a:rPr sz="1500">
                <a:solidFill>
                  <a:srgbClr val="64748B"/>
                </a:solidFill>
              </a:rPr>
              <a:t> — positive, negative, boundary, edge, security — plus navigation, read-only-field validation, and cancel/discard flows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Reviewer-friendly detail</a:t>
            </a:r>
            <a:r>
              <a:rPr sz="1500">
                <a:solidFill>
                  <a:srgbClr val="64748B"/>
                </a:solidFill>
              </a:rPr>
              <a:t> — numbered, self-explanatory steps with preconditions and concrete test data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One-click export</a:t>
            </a:r>
            <a:r>
              <a:rPr sz="1500">
                <a:solidFill>
                  <a:srgbClr val="64748B"/>
                </a:solidFill>
              </a:rPr>
              <a:t> — structured “Test Cases” Excel sheet ready for manual execution or review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Transparency</a:t>
            </a:r>
            <a:r>
              <a:rPr sz="1500">
                <a:solidFill>
                  <a:srgbClr val="64748B"/>
                </a:solidFill>
              </a:rPr>
              <a:t> — shows how long generation took; resilient to large outputs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API Test Generator</a:t>
            </a:r>
          </a:p>
          <a:p>
            <a:r>
              <a:rPr sz="1500" i="1">
                <a:solidFill>
                  <a:srgbClr val="6D28D9"/>
                </a:solidFill>
              </a:rPr>
              <a:t>OpenAPI/Swagger, raw spec, file upload, or manual endpoints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Spec-grounded cases</a:t>
            </a:r>
            <a:r>
              <a:rPr sz="1500">
                <a:solidFill>
                  <a:srgbClr val="64748B"/>
                </a:solidFill>
              </a:rPr>
              <a:t> — assertions and status codes come from the documented API — no invented transport-level negatives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Manual-testing ready</a:t>
            </a:r>
            <a:r>
              <a:rPr sz="1500">
                <a:solidFill>
                  <a:srgbClr val="64748B"/>
                </a:solidFill>
              </a:rPr>
              <a:t> — each case includes preconditions and plain-language steps (e.g. for Postman)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Process-flow (BPMN) mode</a:t>
            </a:r>
            <a:r>
              <a:rPr sz="1500">
                <a:solidFill>
                  <a:srgbClr val="64748B"/>
                </a:solidFill>
              </a:rPr>
              <a:t> — infers ordered multi-step flows for orchestrated back-ends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Runnable output</a:t>
            </a:r>
            <a:r>
              <a:rPr sz="1500">
                <a:solidFill>
                  <a:srgbClr val="64748B"/>
                </a:solidFill>
              </a:rPr>
              <a:t> — exports REST Assured (Java) or Playwright (TS) projects, not just cases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Framework Generator</a:t>
            </a:r>
          </a:p>
          <a:p>
            <a:r>
              <a:rPr sz="1500" i="1">
                <a:solidFill>
                  <a:srgbClr val="6D28D9"/>
                </a:solidFill>
              </a:rPr>
              <a:t>Scaffold a production-ready automation framework in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Multi-stack</a:t>
            </a:r>
            <a:r>
              <a:rPr sz="1500">
                <a:solidFill>
                  <a:srgbClr val="64748B"/>
                </a:solidFill>
              </a:rPr>
              <a:t> — Playwright, Cypress, or Selenium — TypeScript/JavaScript/Java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Best-practice structure</a:t>
            </a:r>
            <a:r>
              <a:rPr sz="1500">
                <a:solidFill>
                  <a:srgbClr val="64748B"/>
                </a:solidFill>
              </a:rPr>
              <a:t> — Page Object Model, reporting (Allure/HTML), CI/CD, Docker, parallel execution, logging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Self-provisioning</a:t>
            </a:r>
            <a:r>
              <a:rPr sz="1500">
                <a:solidFill>
                  <a:srgbClr val="64748B"/>
                </a:solidFill>
              </a:rPr>
              <a:t> — generated Playwright projects auto-install browsers on npm install — runnable out of the box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Zero boilerplate</a:t>
            </a:r>
            <a:r>
              <a:rPr sz="1500">
                <a:solidFill>
                  <a:srgbClr val="64748B"/>
                </a:solidFill>
              </a:rPr>
              <a:t> — download a ready-to-run zip with sample tests and config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164592" cy="64008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5486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E293B"/>
                </a:solidFill>
              </a:rPr>
              <a:t>Reliability &amp; Scale</a:t>
            </a:r>
          </a:p>
          <a:p>
            <a:r>
              <a:rPr sz="1500" i="1">
                <a:solidFill>
                  <a:srgbClr val="6D28D9"/>
                </a:solidFill>
              </a:rPr>
              <a:t>Engineered for consistent output and multi-user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Consistent AI output</a:t>
            </a:r>
            <a:r>
              <a:rPr sz="1500">
                <a:solidFill>
                  <a:srgbClr val="64748B"/>
                </a:solidFill>
              </a:rPr>
              <a:t> — tuned local-LLM reasoning so detailed generations complete instead of timing out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Resilient parsing</a:t>
            </a:r>
            <a:r>
              <a:rPr sz="1500">
                <a:solidFill>
                  <a:srgbClr val="64748B"/>
                </a:solidFill>
              </a:rPr>
              <a:t> — tolerant of large/partial model responses — keeps valid results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Built-in security</a:t>
            </a:r>
            <a:r>
              <a:rPr sz="1500">
                <a:solidFill>
                  <a:srgbClr val="64748B"/>
                </a:solidFill>
              </a:rPr>
              <a:t> — SSRF-protected scan targets; Keycloak (OIDC) authentication; role-based access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E293B"/>
                </a:solidFill>
              </a:rPr>
              <a:t>▸ Throughput-aware</a:t>
            </a:r>
            <a:r>
              <a:rPr sz="1500">
                <a:solidFill>
                  <a:srgbClr val="64748B"/>
                </a:solidFill>
              </a:rPr>
              <a:t> — guidance for concurrency/queuing as usage grows across teams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